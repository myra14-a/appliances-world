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49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11111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7" name="Text 4"/>
          <p:cNvSpPr/>
          <p:nvPr/>
        </p:nvSpPr>
        <p:spPr>
          <a:xfrm>
            <a:off x="435429" y="1449537"/>
            <a:ext cx="6056811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 smtClean="0">
                <a:solidFill>
                  <a:srgbClr val="FFFFFF"/>
                </a:solidFill>
                <a:latin typeface="Georgia" pitchFamily="34" charset="0"/>
              </a:rPr>
              <a:t>APPLIANCES WORLD</a:t>
            </a:r>
            <a:endParaRPr lang="en-US" sz="6600" dirty="0"/>
          </a:p>
        </p:txBody>
      </p:sp>
      <p:sp>
        <p:nvSpPr>
          <p:cNvPr id="8" name="Shape 5"/>
          <p:cNvSpPr/>
          <p:nvPr/>
        </p:nvSpPr>
        <p:spPr>
          <a:xfrm>
            <a:off x="712192" y="3219881"/>
            <a:ext cx="855351" cy="45719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939177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home appliances website — discover, compare and order premium appliances built for everyday life.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Website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410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Offered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832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34107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4068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43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4370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Customers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822960"/>
            <a:ext cx="5029200" cy="5212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75120" y="822960"/>
            <a:ext cx="5029200" cy="5212080"/>
          </a:xfrm>
          <a:prstGeom prst="rect">
            <a:avLst/>
          </a:prstGeom>
          <a:solidFill>
            <a:srgbClr val="27375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 smtClean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 INTRODUCTION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67904" y="1354545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</a:t>
            </a:r>
            <a:r>
              <a:rPr lang="en-US" sz="4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Appliances World.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48640" y="2557780"/>
            <a:ext cx="822960" cy="4572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891971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 smtClean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World </a:t>
            </a:r>
            <a:r>
              <a:rPr lang="en-US" sz="15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online home appliances store designed to make buying premium appliances simple, fast and reliable. From refrigerators and washing machines to ovens, ACs and smart TVs — everything you need for a modern home lives in one place.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08826" y="489639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7FDBFF"/>
                </a:solidFill>
                <a:latin typeface="Georgia" pitchFamily="34" charset="0"/>
              </a:rPr>
              <a:t>10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111613" y="5532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09292" y="492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374787" y="5532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 smtClean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 PURPOSE OF THE WEBSITE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website exists.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customers explore the full range of home appliances in one place.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23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0664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specs, prices and reviews to choose the right product.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3736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Online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4846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checkout with delivery and installation across the city.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114800"/>
            <a:ext cx="5440680" cy="1691640"/>
          </a:xfrm>
          <a:prstGeom prst="rect">
            <a:avLst/>
          </a:prstGeom>
          <a:solidFill>
            <a:srgbClr val="111111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3434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06640" y="48463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 to warranty, service requests and live chat help.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 smtClean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 PRODUCTS OFFERED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for the modern home.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10312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40280" y="2697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cooling, inverter compressors.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40280" y="356616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01168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2103120"/>
            <a:ext cx="1463040" cy="1463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Machines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035040" y="2697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wash and quiet spin cycles.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356616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201168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2103120"/>
            <a:ext cx="1463040" cy="1463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98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829800" y="2697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ovens and grills.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829800" y="356616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" y="416052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" y="4251960"/>
            <a:ext cx="1463040" cy="1463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4028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Conditioners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24028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inverter ACs.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240280" y="571500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343400" y="416052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34840" y="4251960"/>
            <a:ext cx="1463040" cy="1463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3504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03504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OLED home entertainment.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571500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138160" y="4160520"/>
            <a:ext cx="3566160" cy="192024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82980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Geyser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829800" y="4846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B8C2D6"/>
                </a:solidFill>
                <a:latin typeface="Calibri" pitchFamily="34" charset="0"/>
                <a:cs typeface="Calibri" pitchFamily="34" charset="-120"/>
              </a:rPr>
              <a:t>Glory Fast Geyser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9829800" y="5715000"/>
            <a:ext cx="365760" cy="36576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6" name="Text 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460" y="4297680"/>
            <a:ext cx="1463040" cy="1463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28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41148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914401"/>
            <a:ext cx="4114800" cy="5029200"/>
          </a:xfrm>
          <a:prstGeom prst="rect">
            <a:avLst/>
          </a:prstGeom>
          <a:solidFill>
            <a:srgbClr val="11111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 smtClean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 KEY FEATURES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the site great.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822960" cy="4572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313432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945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Product Catalog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4871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 with high-quality images and clear specs.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8529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Filters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31455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price, brand, energy rating and features.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351129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8039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41696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38166" y="463562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5485" y="3697524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357569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3907" y="3908867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from order to doorstep delivery.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2716" y="4407408"/>
            <a:ext cx="109728" cy="109728"/>
          </a:xfrm>
          <a:prstGeom prst="ellipse">
            <a:avLst/>
          </a:prstGeom>
          <a:solidFill>
            <a:srgbClr val="7FDBFF"/>
          </a:solidFill>
          <a:ln w="12700">
            <a:solidFill>
              <a:srgbClr val="7FDB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907" y="4301673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3907" y="4631629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and works beautifully on mobile, tablet and desktop.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 smtClean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b="1" kern="0" spc="6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 BENEFITS FOR CUSTOMERS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the customer.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appliances from home, anytime — no need to visit a store.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3212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Online-only deals, bundle discounts and seasonal offers.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Brands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products with manufacturer warranty.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3736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home delivery and installation on most orders.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3212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Returns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5029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return and replacement policy.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566160" cy="1783080"/>
          </a:xfrm>
          <a:prstGeom prst="rect">
            <a:avLst/>
          </a:prstGeom>
          <a:solidFill>
            <a:srgbClr val="273755"/>
          </a:solidFill>
          <a:ln w="6350">
            <a:solidFill>
              <a:srgbClr val="7FD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297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26880" y="4343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Support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5029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and call support from real appliance experts.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5" name="Shape 2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0000" dirty="0"/>
          </a:p>
        </p:txBody>
      </p:sp>
      <p:sp>
        <p:nvSpPr>
          <p:cNvPr id="7" name="Shape 4"/>
          <p:cNvSpPr/>
          <p:nvPr/>
        </p:nvSpPr>
        <p:spPr>
          <a:xfrm>
            <a:off x="5545836" y="2798064"/>
            <a:ext cx="1097280" cy="73152"/>
          </a:xfrm>
          <a:prstGeom prst="rect">
            <a:avLst/>
          </a:prstGeom>
          <a:solidFill>
            <a:srgbClr val="7FDB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7F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1582057" y="3868698"/>
            <a:ext cx="7997008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                                                </a:t>
            </a:r>
            <a:r>
              <a:rPr lang="en-US" sz="2000" dirty="0" smtClean="0">
                <a:solidFill>
                  <a:schemeClr val="bg1"/>
                </a:solidFill>
              </a:rPr>
              <a:t>BATCH 25212A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                               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MYRA ADIL                                     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Student1724650 </a:t>
            </a:r>
            <a:endParaRPr lang="en-US" dirty="0" smtClean="0">
              <a:solidFill>
                <a:schemeClr val="bg1"/>
              </a:solidFill>
              <a:sym typeface="+mn-ea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                                 HAREEM KHAN  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                 Student1719293</a:t>
            </a:r>
          </a:p>
          <a:p>
            <a:r>
              <a:rPr lang="en-US" dirty="0" smtClean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                                 MUHAMMAD MUBEEN                Student1719268</a:t>
            </a:r>
          </a:p>
          <a:p>
            <a:pPr algn="ctr"/>
            <a:endParaRPr lang="en-US" dirty="0" smtClean="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407</Words>
  <Application>Microsoft Office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VoltHome — Home Appliances Website</dc:title>
  <dc:subject>PptxGenJS Presentation</dc:subject>
  <dc:creator>PptxGenJS</dc:creator>
  <cp:lastModifiedBy>123</cp:lastModifiedBy>
  <cp:revision>16</cp:revision>
  <dcterms:created xsi:type="dcterms:W3CDTF">2026-05-30T08:32:58Z</dcterms:created>
  <dcterms:modified xsi:type="dcterms:W3CDTF">2026-06-01T04:23:02Z</dcterms:modified>
</cp:coreProperties>
</file>