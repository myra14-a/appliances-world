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DBFF"/>
    <a:srgbClr val="68B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6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49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2169"/>
            <a:ext cx="12191999" cy="2362596"/>
          </a:xfrm>
          <a:prstGeom prst="rect">
            <a:avLst/>
          </a:prstGeom>
          <a:solidFill>
            <a:srgbClr val="273755"/>
          </a:solidFill>
          <a:ln w="12700">
            <a:solidFill>
              <a:srgbClr val="2737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052" y="2291322"/>
            <a:ext cx="12107064" cy="63954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915" y="-54715"/>
            <a:ext cx="83595" cy="2362596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024" y="389887"/>
            <a:ext cx="4776860" cy="533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Our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6801" y="974249"/>
            <a:ext cx="6568183" cy="83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Speakers</a:t>
            </a:r>
            <a:endParaRPr lang="en-US" sz="48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73561" y="260711"/>
            <a:ext cx="4272196" cy="1875163"/>
          </a:xfrm>
          <a:prstGeom prst="rect">
            <a:avLst/>
          </a:prstGeom>
          <a:solidFill>
            <a:srgbClr val="0D1A2E"/>
          </a:solidFill>
          <a:ln w="10160">
            <a:solidFill>
              <a:srgbClr val="2A3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3561" y="260711"/>
            <a:ext cx="59711" cy="1875163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8481" y="475248"/>
            <a:ext cx="3702067" cy="4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DB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APPLIANCES WORLD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88481" y="955793"/>
            <a:ext cx="1743536" cy="853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Powering Your Home with Smart, Reliable Appliances.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1264" y="2988840"/>
            <a:ext cx="3190176" cy="3503780"/>
          </a:xfrm>
          <a:prstGeom prst="rect">
            <a:avLst/>
          </a:prstGeom>
          <a:solidFill>
            <a:srgbClr val="273755"/>
          </a:solidFill>
          <a:ln w="10160">
            <a:solidFill>
              <a:srgbClr val="2A3F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263" y="2988761"/>
            <a:ext cx="3222835" cy="45719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3679" y="3058276"/>
            <a:ext cx="582889" cy="310896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5388" y="3076564"/>
            <a:ext cx="5703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509" y="3298698"/>
            <a:ext cx="10562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408546" y="3560262"/>
            <a:ext cx="1204170" cy="1042416"/>
          </a:xfrm>
          <a:prstGeom prst="ellipse">
            <a:avLst/>
          </a:prstGeom>
          <a:solidFill>
            <a:srgbClr val="7FDBFF">
              <a:alpha val="12000"/>
            </a:srgbClr>
          </a:solidFill>
          <a:ln w="6350">
            <a:solidFill>
              <a:srgbClr val="4FC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17327" y="3651702"/>
            <a:ext cx="992913" cy="859536"/>
          </a:xfrm>
          <a:prstGeom prst="ellipse">
            <a:avLst/>
          </a:prstGeom>
          <a:solidFill>
            <a:srgbClr val="0D1A2E"/>
          </a:solidFill>
          <a:ln w="27940">
            <a:solidFill>
              <a:srgbClr val="7FD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046" y="4620966"/>
            <a:ext cx="28519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Myra Adil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0046" y="4959294"/>
            <a:ext cx="28519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DBFF"/>
                </a:solidFill>
                <a:latin typeface="Calibri" pitchFamily="34" charset="0"/>
                <a:cs typeface="Calibri" pitchFamily="34" charset="-120"/>
              </a:rPr>
              <a:t>Batch2512A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0046" y="5206182"/>
            <a:ext cx="2851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—Appliancesworld—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49565" y="5480502"/>
            <a:ext cx="1901322" cy="16459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59" y="5590230"/>
            <a:ext cx="2767479" cy="694944"/>
          </a:xfrm>
          <a:prstGeom prst="rect">
            <a:avLst/>
          </a:prstGeom>
          <a:solidFill>
            <a:srgbClr val="0D1A2E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59" y="5608518"/>
            <a:ext cx="27674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03559" y="5809686"/>
            <a:ext cx="2767479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Introduction and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Purpose of the website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72715" y="3012360"/>
            <a:ext cx="3321686" cy="3438066"/>
          </a:xfrm>
          <a:prstGeom prst="rect">
            <a:avLst/>
          </a:prstGeom>
          <a:solidFill>
            <a:srgbClr val="273755"/>
          </a:solidFill>
          <a:ln w="10160">
            <a:solidFill>
              <a:srgbClr val="2A3F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7736" y="2984789"/>
            <a:ext cx="3329211" cy="45719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23376" y="3039736"/>
            <a:ext cx="593946" cy="310896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1593" y="303159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284467" y="3257550"/>
            <a:ext cx="1099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254109" y="3556350"/>
            <a:ext cx="1253887" cy="1042416"/>
          </a:xfrm>
          <a:prstGeom prst="ellipse">
            <a:avLst/>
          </a:prstGeom>
          <a:solidFill>
            <a:srgbClr val="7FDBFF">
              <a:alpha val="12000"/>
            </a:srgbClr>
          </a:solidFill>
          <a:ln w="6350">
            <a:solidFill>
              <a:srgbClr val="4FC3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71589" y="3647790"/>
            <a:ext cx="1033907" cy="859536"/>
          </a:xfrm>
          <a:prstGeom prst="ellipse">
            <a:avLst/>
          </a:prstGeom>
          <a:solidFill>
            <a:srgbClr val="0D1A2E"/>
          </a:solidFill>
          <a:ln w="27940">
            <a:solidFill>
              <a:srgbClr val="7FD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6019" y="4630770"/>
            <a:ext cx="29697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Hareem Khan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393787" y="4969098"/>
            <a:ext cx="29697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7FDBFF"/>
                </a:solidFill>
                <a:latin typeface="Calibri" pitchFamily="34" charset="0"/>
                <a:cs typeface="Calibri" pitchFamily="34" charset="-120"/>
              </a:rPr>
              <a:t>Batch2512A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60291" y="5201510"/>
            <a:ext cx="29697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Appliancesworld—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96131" y="5490460"/>
            <a:ext cx="1979821" cy="16459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35434" y="5648008"/>
            <a:ext cx="2881739" cy="694944"/>
          </a:xfrm>
          <a:prstGeom prst="rect">
            <a:avLst/>
          </a:prstGeom>
          <a:solidFill>
            <a:srgbClr val="0D1A2E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3672" y="5666296"/>
            <a:ext cx="28817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TOPIC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313672" y="5867464"/>
            <a:ext cx="2881739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Products offered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Benefits of customers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314500" y="2931616"/>
            <a:ext cx="3185288" cy="3495489"/>
          </a:xfrm>
          <a:prstGeom prst="rect">
            <a:avLst/>
          </a:prstGeom>
          <a:solidFill>
            <a:srgbClr val="273755"/>
          </a:solidFill>
          <a:ln w="10160">
            <a:solidFill>
              <a:srgbClr val="2A3F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09502" y="2946714"/>
            <a:ext cx="3155324" cy="41148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15615" y="3011621"/>
            <a:ext cx="587543" cy="310896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66403" y="3015294"/>
            <a:ext cx="587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42979" y="3319272"/>
            <a:ext cx="1088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9238842" y="3593592"/>
            <a:ext cx="1240369" cy="1042416"/>
          </a:xfrm>
          <a:prstGeom prst="ellipse">
            <a:avLst/>
          </a:prstGeom>
          <a:solidFill>
            <a:srgbClr val="7FDBFF">
              <a:alpha val="12000"/>
            </a:srgbClr>
          </a:solidFill>
          <a:ln w="6350">
            <a:solidFill>
              <a:srgbClr val="4FC3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47646" y="3694176"/>
            <a:ext cx="1022760" cy="859536"/>
          </a:xfrm>
          <a:prstGeom prst="ellipse">
            <a:avLst/>
          </a:prstGeom>
          <a:solidFill>
            <a:srgbClr val="0D1A2E"/>
          </a:solidFill>
          <a:ln w="27940">
            <a:solidFill>
              <a:srgbClr val="7FDB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32016" y="3685032"/>
            <a:ext cx="1022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8456678" y="4654296"/>
            <a:ext cx="29377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Mubeen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456678" y="4992624"/>
            <a:ext cx="2937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7FDBFF"/>
                </a:solidFill>
                <a:latin typeface="Calibri" pitchFamily="34" charset="0"/>
                <a:cs typeface="Calibri" pitchFamily="34" charset="-120"/>
              </a:rPr>
              <a:t>Batch2512A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456678" y="5239512"/>
            <a:ext cx="29377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Appliancesworld—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07926" y="5513832"/>
            <a:ext cx="1958477" cy="16459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96790" y="5606731"/>
            <a:ext cx="2850672" cy="694944"/>
          </a:xfrm>
          <a:prstGeom prst="rect">
            <a:avLst/>
          </a:prstGeom>
          <a:solidFill>
            <a:srgbClr val="0D1A2E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496790" y="5641848"/>
            <a:ext cx="285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8496790" y="5843016"/>
            <a:ext cx="285067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8" name="Shape 42"/>
          <p:cNvSpPr/>
          <p:nvPr/>
        </p:nvSpPr>
        <p:spPr>
          <a:xfrm>
            <a:off x="256031" y="2627084"/>
            <a:ext cx="11515259" cy="45719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9" name="Shape 1"/>
          <p:cNvSpPr/>
          <p:nvPr/>
        </p:nvSpPr>
        <p:spPr>
          <a:xfrm>
            <a:off x="256031" y="2636228"/>
            <a:ext cx="2822019" cy="45719"/>
          </a:xfrm>
          <a:prstGeom prst="rect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81E2565-C661-CF66-7370-1B2A97EEF26E}"/>
              </a:ext>
            </a:extLst>
          </p:cNvPr>
          <p:cNvSpPr txBox="1"/>
          <p:nvPr/>
        </p:nvSpPr>
        <p:spPr>
          <a:xfrm>
            <a:off x="8689606" y="5841497"/>
            <a:ext cx="2501978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solidFill>
                  <a:schemeClr val="bg1"/>
                </a:solidFill>
              </a:rPr>
              <a:t>                   What makes our website great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85B9C948-167B-BA69-10E6-83426920B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302" y="703954"/>
            <a:ext cx="1651322" cy="165132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8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5" grpId="0" animBg="1"/>
      <p:bldP spid="41" grpId="0" animBg="1"/>
      <p:bldP spid="42" grpId="0" animBg="1"/>
      <p:bldP spid="43" grpId="0" animBg="1"/>
      <p:bldP spid="46" grpId="0" animBg="1"/>
      <p:bldP spid="47" grpId="0" animBg="1"/>
      <p:bldP spid="52" grpId="0" animBg="1"/>
      <p:bldP spid="58" grpId="0" animBg="1"/>
      <p:bldP spid="59" grpId="0" animBg="1"/>
      <p:bldP spid="60" grpId="0" animBg="1"/>
      <p:bldP spid="62" grpId="0" animBg="1"/>
      <p:bldP spid="63" grpId="0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11111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7" name="Text 4"/>
          <p:cNvSpPr/>
          <p:nvPr/>
        </p:nvSpPr>
        <p:spPr>
          <a:xfrm>
            <a:off x="319447" y="1819785"/>
            <a:ext cx="6056811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</a:rPr>
              <a:t>APPLIANCES WORLD</a:t>
            </a:r>
            <a:endParaRPr lang="en-US" sz="6600" dirty="0"/>
          </a:p>
        </p:txBody>
      </p:sp>
      <p:sp>
        <p:nvSpPr>
          <p:cNvPr id="8" name="Shape 5"/>
          <p:cNvSpPr/>
          <p:nvPr/>
        </p:nvSpPr>
        <p:spPr>
          <a:xfrm>
            <a:off x="548640" y="3648585"/>
            <a:ext cx="855351" cy="45719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939177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home appliances website — discover, compare and order premium appliances built for everyday life.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7CE818B-23E8-1E17-79DC-A9BAF8FC2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47" y="54656"/>
            <a:ext cx="1813955" cy="1813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Website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410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Offered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2310" y="324612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83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3410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What makes our website great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43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4370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Customers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822960"/>
            <a:ext cx="502920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75120" y="822960"/>
            <a:ext cx="5029200" cy="5212080"/>
          </a:xfrm>
          <a:prstGeom prst="rect">
            <a:avLst/>
          </a:prstGeom>
          <a:solidFill>
            <a:srgbClr val="27375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///  INTRODUCTION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67904" y="1354545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Appliances World.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48640" y="2557780"/>
            <a:ext cx="822960" cy="4572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891971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World is an online home appliances store designed to make buying premium appliances simple, fast and reliable. From refrigerators and washing machines to ovens, ACs and smart TVs — everything you need for a modern home lives in one place.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08826" y="489639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</a:rPr>
              <a:t>07</a:t>
            </a:r>
          </a:p>
        </p:txBody>
      </p:sp>
      <p:sp>
        <p:nvSpPr>
          <p:cNvPr id="12" name="Text 9"/>
          <p:cNvSpPr/>
          <p:nvPr/>
        </p:nvSpPr>
        <p:spPr>
          <a:xfrm>
            <a:off x="1111613" y="5532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09292" y="492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374787" y="5532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///  PURPOSE OF THE WEBSITE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website exists.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customers explore the full range of home appliances in one place.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0664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specs, prices and reviews to choose the right product.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3736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Online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4846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checkout with delivery and installation across the city.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343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06640" y="4846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 to warranty, service requests and live chat help.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///  PRODUCTS OFFERED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for the modern home.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1031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40280" y="2697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cooling, inverter compressors.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40280" y="356616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01168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2103120"/>
            <a:ext cx="1463040" cy="1463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Machines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035040" y="2697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wash and quiet spin cycles.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356616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201168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2103120"/>
            <a:ext cx="1463040" cy="1463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98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829800" y="2697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ovens and grills.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829800" y="356616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416052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" y="4251960"/>
            <a:ext cx="1463040" cy="1463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4028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Conditioners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24028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inverter ACs.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240280" y="571500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343400" y="416052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4840" y="4251960"/>
            <a:ext cx="1463040" cy="1463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3504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03504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OLED home entertainment.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571500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416052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82980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Geyser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82980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cs typeface="Calibri" pitchFamily="34" charset="-120"/>
              </a:rPr>
              <a:t>Glory Fast Geyser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9829800" y="571500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6" name="Text 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460" y="4297680"/>
            <a:ext cx="1463040" cy="1463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41148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914401"/>
            <a:ext cx="4114800" cy="5029200"/>
          </a:xfrm>
          <a:prstGeom prst="rect">
            <a:avLst/>
          </a:prstGeom>
          <a:solidFill>
            <a:srgbClr val="11111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///  KEY FEATURES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our website great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822960" cy="4572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313432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945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Product Catalog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3907" y="2436297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 with high-quality images and clear</a:t>
            </a: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41696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3988203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907" y="3841899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3907" y="418856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and works beautifully on mobile, tablet and desktop.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E72070B-4D71-7343-5636-8507160450D8}"/>
              </a:ext>
            </a:extLst>
          </p:cNvPr>
          <p:cNvSpPr txBox="1"/>
          <p:nvPr/>
        </p:nvSpPr>
        <p:spPr>
          <a:xfrm>
            <a:off x="818388" y="3379768"/>
            <a:ext cx="6611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Discover a wide range of high-quality appliances with detailed product information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xmlns="" id="{2EF8C435-6277-0BD2-4F83-B1F5DF43683D}"/>
              </a:ext>
            </a:extLst>
          </p:cNvPr>
          <p:cNvSpPr/>
          <p:nvPr/>
        </p:nvSpPr>
        <p:spPr>
          <a:xfrm>
            <a:off x="868680" y="29859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 Details</a:t>
            </a: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xmlns="" id="{1AE672D2-0AE8-B07D-EFD1-72A576A1A873}"/>
              </a:ext>
            </a:extLst>
          </p:cNvPr>
          <p:cNvSpPr/>
          <p:nvPr/>
        </p:nvSpPr>
        <p:spPr>
          <a:xfrm>
            <a:off x="548640" y="3106956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8" grpId="0" animBg="1"/>
      <p:bldP spid="24" grpId="0" animBg="1"/>
      <p:bldP spid="25" grpId="0" animBg="1"/>
      <p:bldP spid="27" grpId="0" animBg="1"/>
      <p:bldP spid="14" grpId="0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///  BENEFITS FOR CUSTOMERS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the customer.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appliances from home, anytime — no need to visit a store.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3212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Online-only deals, bundle discounts and seasonal offers.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Brands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products with manufacturer warranty.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3736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home delivery and installation on most orders.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32" name="Shape 15"/>
          <p:cNvSpPr/>
          <p:nvPr/>
        </p:nvSpPr>
        <p:spPr>
          <a:xfrm>
            <a:off x="4389120" y="4093872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35" name="Text 17"/>
          <p:cNvSpPr/>
          <p:nvPr/>
        </p:nvSpPr>
        <p:spPr>
          <a:xfrm>
            <a:off x="5491519" y="432537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Support</a:t>
            </a:r>
            <a:endParaRPr lang="en-US" sz="1500" dirty="0"/>
          </a:p>
        </p:txBody>
      </p:sp>
      <p:sp>
        <p:nvSpPr>
          <p:cNvPr id="37" name="Text 16"/>
          <p:cNvSpPr/>
          <p:nvPr/>
        </p:nvSpPr>
        <p:spPr>
          <a:xfrm>
            <a:off x="4574345" y="4251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8" name="Text 18"/>
          <p:cNvSpPr/>
          <p:nvPr/>
        </p:nvSpPr>
        <p:spPr>
          <a:xfrm>
            <a:off x="4572000" y="500161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B8C2D6"/>
                </a:solidFill>
                <a:latin typeface="Calibri" pitchFamily="34" charset="0"/>
                <a:cs typeface="Calibri" pitchFamily="34" charset="-120"/>
              </a:rPr>
              <a:t>Live Chat and call support from real appliances experts.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35" grpId="0" animBg="1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5" name="Shap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697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0000" dirty="0"/>
          </a:p>
        </p:txBody>
      </p:sp>
      <p:sp>
        <p:nvSpPr>
          <p:cNvPr id="7" name="Shape 4"/>
          <p:cNvSpPr/>
          <p:nvPr/>
        </p:nvSpPr>
        <p:spPr>
          <a:xfrm>
            <a:off x="5764777" y="4077838"/>
            <a:ext cx="1097280" cy="73152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428</Words>
  <Application>Microsoft Office PowerPoint</Application>
  <PresentationFormat>Widescreen</PresentationFormat>
  <Paragraphs>114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VoltHome — Home Appliances Website</dc:title>
  <dc:subject>PptxGenJS Presentation</dc:subject>
  <dc:creator>PptxGenJS</dc:creator>
  <cp:lastModifiedBy>123</cp:lastModifiedBy>
  <cp:revision>26</cp:revision>
  <dcterms:created xsi:type="dcterms:W3CDTF">2026-05-30T08:32:58Z</dcterms:created>
  <dcterms:modified xsi:type="dcterms:W3CDTF">2026-06-04T17:20:37Z</dcterms:modified>
</cp:coreProperties>
</file>